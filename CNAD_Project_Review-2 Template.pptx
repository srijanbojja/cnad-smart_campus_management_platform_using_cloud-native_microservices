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1"/>
  </p:notesMasterIdLst>
  <p:sldIdLst>
    <p:sldId id="262" r:id="rId3"/>
    <p:sldId id="707" r:id="rId4"/>
    <p:sldId id="257" r:id="rId5"/>
    <p:sldId id="903" r:id="rId6"/>
    <p:sldId id="902" r:id="rId7"/>
    <p:sldId id="905" r:id="rId8"/>
    <p:sldId id="906" r:id="rId9"/>
    <p:sldId id="90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228FE7-49D4-49F0-BD78-87B2E8274F09}" v="66" dt="2026-09-23T04:07:03.8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2" d="100"/>
          <a:sy n="92" d="100"/>
        </p:scale>
        <p:origin x="859" y="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ijan Bojja" userId="9dd9b8128eec74f3" providerId="LiveId" clId="{1FFEEFEF-D932-402B-875C-EA502E1000FD}"/>
    <pc:docChg chg="undo redo custSel addSld delSld modSld sldOrd">
      <pc:chgData name="Srijan Bojja" userId="9dd9b8128eec74f3" providerId="LiveId" clId="{1FFEEFEF-D932-402B-875C-EA502E1000FD}" dt="2026-09-23T04:10:16.613" v="1354" actId="27614"/>
      <pc:docMkLst>
        <pc:docMk/>
      </pc:docMkLst>
      <pc:sldChg chg="addSp modSp mod">
        <pc:chgData name="Srijan Bojja" userId="9dd9b8128eec74f3" providerId="LiveId" clId="{1FFEEFEF-D932-402B-875C-EA502E1000FD}" dt="2026-09-23T04:04:37.514" v="1241" actId="1076"/>
        <pc:sldMkLst>
          <pc:docMk/>
          <pc:sldMk cId="1843937772" sldId="257"/>
        </pc:sldMkLst>
        <pc:spChg chg="mod">
          <ac:chgData name="Srijan Bojja" userId="9dd9b8128eec74f3" providerId="LiveId" clId="{1FFEEFEF-D932-402B-875C-EA502E1000FD}" dt="2026-09-23T03:26:37.581" v="936" actId="20577"/>
          <ac:spMkLst>
            <pc:docMk/>
            <pc:sldMk cId="1843937772" sldId="257"/>
            <ac:spMk id="2" creationId="{D122E8B8-54AE-F861-D576-B62C19A557BC}"/>
          </ac:spMkLst>
        </pc:spChg>
        <pc:spChg chg="mod">
          <ac:chgData name="Srijan Bojja" userId="9dd9b8128eec74f3" providerId="LiveId" clId="{1FFEEFEF-D932-402B-875C-EA502E1000FD}" dt="2026-09-23T03:24:14.224" v="887" actId="20577"/>
          <ac:spMkLst>
            <pc:docMk/>
            <pc:sldMk cId="1843937772" sldId="257"/>
            <ac:spMk id="4" creationId="{903DF040-570B-E40C-28DD-48ACF4776D20}"/>
          </ac:spMkLst>
        </pc:spChg>
        <pc:spChg chg="add mod">
          <ac:chgData name="Srijan Bojja" userId="9dd9b8128eec74f3" providerId="LiveId" clId="{1FFEEFEF-D932-402B-875C-EA502E1000FD}" dt="2026-09-23T04:04:37.514" v="1241" actId="1076"/>
          <ac:spMkLst>
            <pc:docMk/>
            <pc:sldMk cId="1843937772" sldId="257"/>
            <ac:spMk id="5" creationId="{A109F851-C121-6761-0E1E-86D2963267A8}"/>
          </ac:spMkLst>
        </pc:spChg>
        <pc:spChg chg="mod">
          <ac:chgData name="Srijan Bojja" userId="9dd9b8128eec74f3" providerId="LiveId" clId="{1FFEEFEF-D932-402B-875C-EA502E1000FD}" dt="2026-09-23T04:02:26.498" v="1216" actId="20577"/>
          <ac:spMkLst>
            <pc:docMk/>
            <pc:sldMk cId="1843937772" sldId="257"/>
            <ac:spMk id="8" creationId="{3CB58DBC-97DD-CAE2-6032-D8BF2561F46C}"/>
          </ac:spMkLst>
        </pc:spChg>
      </pc:sldChg>
      <pc:sldChg chg="addSp modSp del mod">
        <pc:chgData name="Srijan Bojja" userId="9dd9b8128eec74f3" providerId="LiveId" clId="{1FFEEFEF-D932-402B-875C-EA502E1000FD}" dt="2026-09-23T04:04:55.932" v="1242" actId="47"/>
        <pc:sldMkLst>
          <pc:docMk/>
          <pc:sldMk cId="2065876014" sldId="258"/>
        </pc:sldMkLst>
        <pc:spChg chg="mod">
          <ac:chgData name="Srijan Bojja" userId="9dd9b8128eec74f3" providerId="LiveId" clId="{1FFEEFEF-D932-402B-875C-EA502E1000FD}" dt="2026-09-23T03:26:32.907" v="932" actId="20577"/>
          <ac:spMkLst>
            <pc:docMk/>
            <pc:sldMk cId="2065876014" sldId="258"/>
            <ac:spMk id="2" creationId="{68EF7CC6-A232-6F78-D877-F4139E33B62C}"/>
          </ac:spMkLst>
        </pc:spChg>
        <pc:spChg chg="mod">
          <ac:chgData name="Srijan Bojja" userId="9dd9b8128eec74f3" providerId="LiveId" clId="{1FFEEFEF-D932-402B-875C-EA502E1000FD}" dt="2026-09-23T03:23:58.551" v="881" actId="20577"/>
          <ac:spMkLst>
            <pc:docMk/>
            <pc:sldMk cId="2065876014" sldId="258"/>
            <ac:spMk id="4" creationId="{EB1B73B0-000A-32FB-5643-CD5676D4AF06}"/>
          </ac:spMkLst>
        </pc:spChg>
        <pc:spChg chg="add mod">
          <ac:chgData name="Srijan Bojja" userId="9dd9b8128eec74f3" providerId="LiveId" clId="{1FFEEFEF-D932-402B-875C-EA502E1000FD}" dt="2026-09-23T03:42:27.683" v="1024" actId="1076"/>
          <ac:spMkLst>
            <pc:docMk/>
            <pc:sldMk cId="2065876014" sldId="258"/>
            <ac:spMk id="5" creationId="{9E3A3C70-AE75-C30E-2D3B-82FA8431DCD9}"/>
          </ac:spMkLst>
        </pc:spChg>
        <pc:spChg chg="mod">
          <ac:chgData name="Srijan Bojja" userId="9dd9b8128eec74f3" providerId="LiveId" clId="{1FFEEFEF-D932-402B-875C-EA502E1000FD}" dt="2026-09-23T03:41:52.538" v="1018" actId="255"/>
          <ac:spMkLst>
            <pc:docMk/>
            <pc:sldMk cId="2065876014" sldId="258"/>
            <ac:spMk id="10" creationId="{CD00B50F-4223-2213-E4CD-57D228BCA0B6}"/>
          </ac:spMkLst>
        </pc:spChg>
      </pc:sldChg>
      <pc:sldChg chg="addSp modSp del mod">
        <pc:chgData name="Srijan Bojja" userId="9dd9b8128eec74f3" providerId="LiveId" clId="{1FFEEFEF-D932-402B-875C-EA502E1000FD}" dt="2026-09-23T04:04:56.062" v="1243" actId="47"/>
        <pc:sldMkLst>
          <pc:docMk/>
          <pc:sldMk cId="3524135319" sldId="259"/>
        </pc:sldMkLst>
        <pc:spChg chg="mod">
          <ac:chgData name="Srijan Bojja" userId="9dd9b8128eec74f3" providerId="LiveId" clId="{1FFEEFEF-D932-402B-875C-EA502E1000FD}" dt="2026-09-23T03:23:53.160" v="879" actId="20577"/>
          <ac:spMkLst>
            <pc:docMk/>
            <pc:sldMk cId="3524135319" sldId="259"/>
            <ac:spMk id="4" creationId="{6964A259-1A89-35BF-04C0-AB6DECF4E007}"/>
          </ac:spMkLst>
        </pc:spChg>
        <pc:spChg chg="add mod">
          <ac:chgData name="Srijan Bojja" userId="9dd9b8128eec74f3" providerId="LiveId" clId="{1FFEEFEF-D932-402B-875C-EA502E1000FD}" dt="2026-09-23T03:43:41.091" v="1033" actId="1076"/>
          <ac:spMkLst>
            <pc:docMk/>
            <pc:sldMk cId="3524135319" sldId="259"/>
            <ac:spMk id="5" creationId="{B4656452-A85C-FB46-4713-B6931E0ADC4F}"/>
          </ac:spMkLst>
        </pc:spChg>
        <pc:spChg chg="mod">
          <ac:chgData name="Srijan Bojja" userId="9dd9b8128eec74f3" providerId="LiveId" clId="{1FFEEFEF-D932-402B-875C-EA502E1000FD}" dt="2026-09-23T03:43:05.896" v="1028" actId="20577"/>
          <ac:spMkLst>
            <pc:docMk/>
            <pc:sldMk cId="3524135319" sldId="259"/>
            <ac:spMk id="8" creationId="{26FE5EF9-EC7B-4BF5-92FE-E68EC6C8C5B2}"/>
          </ac:spMkLst>
        </pc:spChg>
      </pc:sldChg>
      <pc:sldChg chg="addSp delSp modSp del mod">
        <pc:chgData name="Srijan Bojja" userId="9dd9b8128eec74f3" providerId="LiveId" clId="{1FFEEFEF-D932-402B-875C-EA502E1000FD}" dt="2026-09-23T04:04:56.199" v="1244" actId="47"/>
        <pc:sldMkLst>
          <pc:docMk/>
          <pc:sldMk cId="4118855268" sldId="260"/>
        </pc:sldMkLst>
        <pc:spChg chg="add del mod">
          <ac:chgData name="Srijan Bojja" userId="9dd9b8128eec74f3" providerId="LiveId" clId="{1FFEEFEF-D932-402B-875C-EA502E1000FD}" dt="2026-09-23T03:23:48.263" v="877"/>
          <ac:spMkLst>
            <pc:docMk/>
            <pc:sldMk cId="4118855268" sldId="260"/>
            <ac:spMk id="2" creationId="{3BEE51EC-85CC-111E-F33F-54A8E184BF5F}"/>
          </ac:spMkLst>
        </pc:spChg>
        <pc:spChg chg="add mod">
          <ac:chgData name="Srijan Bojja" userId="9dd9b8128eec74f3" providerId="LiveId" clId="{1FFEEFEF-D932-402B-875C-EA502E1000FD}" dt="2026-09-23T03:44:34.717" v="1040" actId="12"/>
          <ac:spMkLst>
            <pc:docMk/>
            <pc:sldMk cId="4118855268" sldId="260"/>
            <ac:spMk id="5" creationId="{04E38E67-9225-6B86-410B-4EF0BA909760}"/>
          </ac:spMkLst>
        </pc:spChg>
        <pc:spChg chg="mod">
          <ac:chgData name="Srijan Bojja" userId="9dd9b8128eec74f3" providerId="LiveId" clId="{1FFEEFEF-D932-402B-875C-EA502E1000FD}" dt="2026-09-23T03:23:44.980" v="874" actId="20577"/>
          <ac:spMkLst>
            <pc:docMk/>
            <pc:sldMk cId="4118855268" sldId="260"/>
            <ac:spMk id="6" creationId="{1E7EC70D-1363-E80E-D957-B7196CB13ADE}"/>
          </ac:spMkLst>
        </pc:spChg>
        <pc:spChg chg="mod">
          <ac:chgData name="Srijan Bojja" userId="9dd9b8128eec74f3" providerId="LiveId" clId="{1FFEEFEF-D932-402B-875C-EA502E1000FD}" dt="2026-09-23T03:44:12.336" v="1037" actId="20577"/>
          <ac:spMkLst>
            <pc:docMk/>
            <pc:sldMk cId="4118855268" sldId="260"/>
            <ac:spMk id="9" creationId="{8DA611A3-C40B-C4D0-FC5B-A6E3CFDFC96B}"/>
          </ac:spMkLst>
        </pc:spChg>
      </pc:sldChg>
      <pc:sldChg chg="modSp mod">
        <pc:chgData name="Srijan Bojja" userId="9dd9b8128eec74f3" providerId="LiveId" clId="{1FFEEFEF-D932-402B-875C-EA502E1000FD}" dt="2026-09-23T03:26:44.697" v="939" actId="20577"/>
        <pc:sldMkLst>
          <pc:docMk/>
          <pc:sldMk cId="2247602601" sldId="262"/>
        </pc:sldMkLst>
        <pc:spChg chg="mod">
          <ac:chgData name="Srijan Bojja" userId="9dd9b8128eec74f3" providerId="LiveId" clId="{1FFEEFEF-D932-402B-875C-EA502E1000FD}" dt="2026-08-29T14:07:14.319" v="799" actId="20577"/>
          <ac:spMkLst>
            <pc:docMk/>
            <pc:sldMk cId="2247602601" sldId="262"/>
            <ac:spMk id="14" creationId="{DD4CF64F-3FB6-0CE4-B778-63C5D5A1D343}"/>
          </ac:spMkLst>
        </pc:spChg>
        <pc:spChg chg="mod">
          <ac:chgData name="Srijan Bojja" userId="9dd9b8128eec74f3" providerId="LiveId" clId="{1FFEEFEF-D932-402B-875C-EA502E1000FD}" dt="2026-09-23T03:24:36.382" v="895" actId="20577"/>
          <ac:spMkLst>
            <pc:docMk/>
            <pc:sldMk cId="2247602601" sldId="262"/>
            <ac:spMk id="16" creationId="{500C0830-A1CA-96AE-68D2-18C57ABE4802}"/>
          </ac:spMkLst>
        </pc:spChg>
        <pc:spChg chg="mod">
          <ac:chgData name="Srijan Bojja" userId="9dd9b8128eec74f3" providerId="LiveId" clId="{1FFEEFEF-D932-402B-875C-EA502E1000FD}" dt="2026-09-23T03:21:21.045" v="870" actId="20577"/>
          <ac:spMkLst>
            <pc:docMk/>
            <pc:sldMk cId="2247602601" sldId="262"/>
            <ac:spMk id="17" creationId="{D25BC1A0-FDE4-1557-375E-6E0BD69BC77B}"/>
          </ac:spMkLst>
        </pc:spChg>
        <pc:spChg chg="mod">
          <ac:chgData name="Srijan Bojja" userId="9dd9b8128eec74f3" providerId="LiveId" clId="{1FFEEFEF-D932-402B-875C-EA502E1000FD}" dt="2026-09-23T03:26:44.697" v="939" actId="20577"/>
          <ac:spMkLst>
            <pc:docMk/>
            <pc:sldMk cId="2247602601" sldId="262"/>
            <ac:spMk id="34" creationId="{C1554CCE-4DF8-89E6-E0F6-3C2A1439C7FA}"/>
          </ac:spMkLst>
        </pc:spChg>
        <pc:spChg chg="mod">
          <ac:chgData name="Srijan Bojja" userId="9dd9b8128eec74f3" providerId="LiveId" clId="{1FFEEFEF-D932-402B-875C-EA502E1000FD}" dt="2026-09-23T03:24:25.079" v="891" actId="20577"/>
          <ac:spMkLst>
            <pc:docMk/>
            <pc:sldMk cId="2247602601" sldId="262"/>
            <ac:spMk id="35" creationId="{8FB49AA0-2464-6225-6B6C-063F9A6ECD20}"/>
          </ac:spMkLst>
        </pc:spChg>
        <pc:grpChg chg="mod">
          <ac:chgData name="Srijan Bojja" userId="9dd9b8128eec74f3" providerId="LiveId" clId="{1FFEEFEF-D932-402B-875C-EA502E1000FD}" dt="2026-08-26T16:50:38.661" v="434" actId="1076"/>
          <ac:grpSpMkLst>
            <pc:docMk/>
            <pc:sldMk cId="2247602601" sldId="262"/>
            <ac:grpSpMk id="21" creationId="{B5A8CA37-C090-A9D8-75D0-A7A7D5DEBE24}"/>
          </ac:grpSpMkLst>
        </pc:grpChg>
        <pc:graphicFrameChg chg="mod modGraphic">
          <ac:chgData name="Srijan Bojja" userId="9dd9b8128eec74f3" providerId="LiveId" clId="{1FFEEFEF-D932-402B-875C-EA502E1000FD}" dt="2026-09-02T03:15:12.802" v="842" actId="20577"/>
          <ac:graphicFrameMkLst>
            <pc:docMk/>
            <pc:sldMk cId="2247602601" sldId="262"/>
            <ac:graphicFrameMk id="18" creationId="{BD22BC4D-4857-7D81-7819-37B7BB426420}"/>
          </ac:graphicFrameMkLst>
        </pc:graphicFrameChg>
        <pc:graphicFrameChg chg="mod modGraphic">
          <ac:chgData name="Srijan Bojja" userId="9dd9b8128eec74f3" providerId="LiveId" clId="{1FFEEFEF-D932-402B-875C-EA502E1000FD}" dt="2026-08-26T16:53:44.073" v="598" actId="20577"/>
          <ac:graphicFrameMkLst>
            <pc:docMk/>
            <pc:sldMk cId="2247602601" sldId="262"/>
            <ac:graphicFrameMk id="30" creationId="{9091FADF-77DB-CB1D-CD72-56C53CF76308}"/>
          </ac:graphicFrameMkLst>
        </pc:graphicFrameChg>
      </pc:sldChg>
      <pc:sldChg chg="addSp delSp modSp mod">
        <pc:chgData name="Srijan Bojja" userId="9dd9b8128eec74f3" providerId="LiveId" clId="{1FFEEFEF-D932-402B-875C-EA502E1000FD}" dt="2026-09-23T04:00:12.576" v="1174" actId="255"/>
        <pc:sldMkLst>
          <pc:docMk/>
          <pc:sldMk cId="2747969496" sldId="707"/>
        </pc:sldMkLst>
        <pc:spChg chg="add mod">
          <ac:chgData name="Srijan Bojja" userId="9dd9b8128eec74f3" providerId="LiveId" clId="{1FFEEFEF-D932-402B-875C-EA502E1000FD}" dt="2026-09-23T03:35:04.160" v="972" actId="255"/>
          <ac:spMkLst>
            <pc:docMk/>
            <pc:sldMk cId="2747969496" sldId="707"/>
            <ac:spMk id="2" creationId="{B30C1954-9EF0-44BA-B373-F9577BA63540}"/>
          </ac:spMkLst>
        </pc:spChg>
        <pc:spChg chg="mod">
          <ac:chgData name="Srijan Bojja" userId="9dd9b8128eec74f3" providerId="LiveId" clId="{1FFEEFEF-D932-402B-875C-EA502E1000FD}" dt="2026-09-23T03:26:39.372" v="937" actId="20577"/>
          <ac:spMkLst>
            <pc:docMk/>
            <pc:sldMk cId="2747969496" sldId="707"/>
            <ac:spMk id="3" creationId="{B6FAE64B-DFA9-4528-D74E-DAEA88C008D5}"/>
          </ac:spMkLst>
        </pc:spChg>
        <pc:spChg chg="mod">
          <ac:chgData name="Srijan Bojja" userId="9dd9b8128eec74f3" providerId="LiveId" clId="{1FFEEFEF-D932-402B-875C-EA502E1000FD}" dt="2026-09-23T03:24:19.771" v="889" actId="20577"/>
          <ac:spMkLst>
            <pc:docMk/>
            <pc:sldMk cId="2747969496" sldId="707"/>
            <ac:spMk id="4" creationId="{41222DE7-17C6-1B7E-71C0-2347B0AA2C6B}"/>
          </ac:spMkLst>
        </pc:spChg>
        <pc:spChg chg="del mod">
          <ac:chgData name="Srijan Bojja" userId="9dd9b8128eec74f3" providerId="LiveId" clId="{1FFEEFEF-D932-402B-875C-EA502E1000FD}" dt="2026-09-23T03:35:18.639" v="973" actId="478"/>
          <ac:spMkLst>
            <pc:docMk/>
            <pc:sldMk cId="2747969496" sldId="707"/>
            <ac:spMk id="9" creationId="{9797C6D7-F4DC-4908-B610-D10EE43A9B41}"/>
          </ac:spMkLst>
        </pc:spChg>
        <pc:spChg chg="add mod">
          <ac:chgData name="Srijan Bojja" userId="9dd9b8128eec74f3" providerId="LiveId" clId="{1FFEEFEF-D932-402B-875C-EA502E1000FD}" dt="2026-09-23T04:00:12.576" v="1174" actId="255"/>
          <ac:spMkLst>
            <pc:docMk/>
            <pc:sldMk cId="2747969496" sldId="707"/>
            <ac:spMk id="11" creationId="{79D3473D-8C49-17B4-CBCC-B9B3C4A1459D}"/>
          </ac:spMkLst>
        </pc:spChg>
        <pc:grpChg chg="del">
          <ac:chgData name="Srijan Bojja" userId="9dd9b8128eec74f3" providerId="LiveId" clId="{1FFEEFEF-D932-402B-875C-EA502E1000FD}" dt="2026-09-23T03:32:54.680" v="947" actId="478"/>
          <ac:grpSpMkLst>
            <pc:docMk/>
            <pc:sldMk cId="2747969496" sldId="707"/>
            <ac:grpSpMk id="8" creationId="{B25CDE63-8DDC-4AC4-7713-9D89D6D0F4B1}"/>
          </ac:grpSpMkLst>
        </pc:grpChg>
      </pc:sldChg>
      <pc:sldChg chg="addSp delSp modSp mod">
        <pc:chgData name="Srijan Bojja" userId="9dd9b8128eec74f3" providerId="LiveId" clId="{1FFEEFEF-D932-402B-875C-EA502E1000FD}" dt="2026-09-23T03:40:30.956" v="1009" actId="20577"/>
        <pc:sldMkLst>
          <pc:docMk/>
          <pc:sldMk cId="3029277067" sldId="902"/>
        </pc:sldMkLst>
        <pc:spChg chg="add mod">
          <ac:chgData name="Srijan Bojja" userId="9dd9b8128eec74f3" providerId="LiveId" clId="{1FFEEFEF-D932-402B-875C-EA502E1000FD}" dt="2026-09-23T03:40:30.956" v="1009" actId="20577"/>
          <ac:spMkLst>
            <pc:docMk/>
            <pc:sldMk cId="3029277067" sldId="902"/>
            <ac:spMk id="3" creationId="{59CE6ED7-121D-30AE-EFA3-82E260996CDF}"/>
          </ac:spMkLst>
        </pc:spChg>
        <pc:spChg chg="mod">
          <ac:chgData name="Srijan Bojja" userId="9dd9b8128eec74f3" providerId="LiveId" clId="{1FFEEFEF-D932-402B-875C-EA502E1000FD}" dt="2026-09-23T03:38:39.376" v="995" actId="20577"/>
          <ac:spMkLst>
            <pc:docMk/>
            <pc:sldMk cId="3029277067" sldId="902"/>
            <ac:spMk id="5" creationId="{2704399D-42EB-45BD-D43F-A5AE14D447C0}"/>
          </ac:spMkLst>
        </pc:spChg>
        <pc:spChg chg="mod">
          <ac:chgData name="Srijan Bojja" userId="9dd9b8128eec74f3" providerId="LiveId" clId="{1FFEEFEF-D932-402B-875C-EA502E1000FD}" dt="2026-09-23T03:26:34.253" v="933" actId="20577"/>
          <ac:spMkLst>
            <pc:docMk/>
            <pc:sldMk cId="3029277067" sldId="902"/>
            <ac:spMk id="8" creationId="{A0FDE360-66C4-26CA-5DB9-8E99C2685BE0}"/>
          </ac:spMkLst>
        </pc:spChg>
        <pc:spChg chg="mod">
          <ac:chgData name="Srijan Bojja" userId="9dd9b8128eec74f3" providerId="LiveId" clId="{1FFEEFEF-D932-402B-875C-EA502E1000FD}" dt="2026-09-23T03:24:03.280" v="883" actId="20577"/>
          <ac:spMkLst>
            <pc:docMk/>
            <pc:sldMk cId="3029277067" sldId="902"/>
            <ac:spMk id="9" creationId="{0F095753-622E-2BA7-9495-60F9B6E57FDB}"/>
          </ac:spMkLst>
        </pc:spChg>
        <pc:graphicFrameChg chg="add mod">
          <ac:chgData name="Srijan Bojja" userId="9dd9b8128eec74f3" providerId="LiveId" clId="{1FFEEFEF-D932-402B-875C-EA502E1000FD}" dt="2026-09-23T03:39:59.807" v="999" actId="1076"/>
          <ac:graphicFrameMkLst>
            <pc:docMk/>
            <pc:sldMk cId="3029277067" sldId="902"/>
            <ac:graphicFrameMk id="2" creationId="{542454DB-2C86-69DB-84AD-43EF8EBDBCF9}"/>
          </ac:graphicFrameMkLst>
        </pc:graphicFrameChg>
        <pc:graphicFrameChg chg="del mod modGraphic">
          <ac:chgData name="Srijan Bojja" userId="9dd9b8128eec74f3" providerId="LiveId" clId="{1FFEEFEF-D932-402B-875C-EA502E1000FD}" dt="2026-09-23T03:38:57.128" v="996" actId="478"/>
          <ac:graphicFrameMkLst>
            <pc:docMk/>
            <pc:sldMk cId="3029277067" sldId="902"/>
            <ac:graphicFrameMk id="4" creationId="{AACD11AD-3AF5-B626-2B60-0567E4585BB7}"/>
          </ac:graphicFrameMkLst>
        </pc:graphicFrameChg>
      </pc:sldChg>
      <pc:sldChg chg="addSp delSp modSp mod">
        <pc:chgData name="Srijan Bojja" userId="9dd9b8128eec74f3" providerId="LiveId" clId="{1FFEEFEF-D932-402B-875C-EA502E1000FD}" dt="2026-09-23T04:01:27.369" v="1183" actId="14100"/>
        <pc:sldMkLst>
          <pc:docMk/>
          <pc:sldMk cId="3917782940" sldId="903"/>
        </pc:sldMkLst>
        <pc:spChg chg="mod">
          <ac:chgData name="Srijan Bojja" userId="9dd9b8128eec74f3" providerId="LiveId" clId="{1FFEEFEF-D932-402B-875C-EA502E1000FD}" dt="2026-09-23T03:26:36.414" v="935" actId="20577"/>
          <ac:spMkLst>
            <pc:docMk/>
            <pc:sldMk cId="3917782940" sldId="903"/>
            <ac:spMk id="2" creationId="{EE1EEFAC-0ECA-A18F-A4B4-033D3711121C}"/>
          </ac:spMkLst>
        </pc:spChg>
        <pc:spChg chg="mod">
          <ac:chgData name="Srijan Bojja" userId="9dd9b8128eec74f3" providerId="LiveId" clId="{1FFEEFEF-D932-402B-875C-EA502E1000FD}" dt="2026-09-23T03:24:08.463" v="885" actId="20577"/>
          <ac:spMkLst>
            <pc:docMk/>
            <pc:sldMk cId="3917782940" sldId="903"/>
            <ac:spMk id="4" creationId="{444FD4BC-7EB9-607E-38E4-8C64E6E11A77}"/>
          </ac:spMkLst>
        </pc:spChg>
        <pc:spChg chg="add del mod">
          <ac:chgData name="Srijan Bojja" userId="9dd9b8128eec74f3" providerId="LiveId" clId="{1FFEEFEF-D932-402B-875C-EA502E1000FD}" dt="2026-09-23T03:47:30.506" v="1053" actId="478"/>
          <ac:spMkLst>
            <pc:docMk/>
            <pc:sldMk cId="3917782940" sldId="903"/>
            <ac:spMk id="5" creationId="{B2056429-62EE-8352-0370-1A0D825E325A}"/>
          </ac:spMkLst>
        </pc:spChg>
        <pc:spChg chg="del mod">
          <ac:chgData name="Srijan Bojja" userId="9dd9b8128eec74f3" providerId="LiveId" clId="{1FFEEFEF-D932-402B-875C-EA502E1000FD}" dt="2026-09-23T04:01:22.759" v="1182" actId="478"/>
          <ac:spMkLst>
            <pc:docMk/>
            <pc:sldMk cId="3917782940" sldId="903"/>
            <ac:spMk id="9" creationId="{BADE4BBA-6735-AAC4-BA57-E76FE3B3CF7A}"/>
          </ac:spMkLst>
        </pc:spChg>
        <pc:picChg chg="add mod">
          <ac:chgData name="Srijan Bojja" userId="9dd9b8128eec74f3" providerId="LiveId" clId="{1FFEEFEF-D932-402B-875C-EA502E1000FD}" dt="2026-09-23T04:01:27.369" v="1183" actId="14100"/>
          <ac:picMkLst>
            <pc:docMk/>
            <pc:sldMk cId="3917782940" sldId="903"/>
            <ac:picMk id="8" creationId="{A88BF81A-6A93-0365-F7CF-3CA096BB1A2A}"/>
          </ac:picMkLst>
        </pc:picChg>
      </pc:sldChg>
      <pc:sldChg chg="addSp delSp modSp add del mod">
        <pc:chgData name="Srijan Bojja" userId="9dd9b8128eec74f3" providerId="LiveId" clId="{1FFEEFEF-D932-402B-875C-EA502E1000FD}" dt="2026-09-23T04:04:57.062" v="1245" actId="47"/>
        <pc:sldMkLst>
          <pc:docMk/>
          <pc:sldMk cId="826638660" sldId="904"/>
        </pc:sldMkLst>
        <pc:spChg chg="add mod">
          <ac:chgData name="Srijan Bojja" userId="9dd9b8128eec74f3" providerId="LiveId" clId="{1FFEEFEF-D932-402B-875C-EA502E1000FD}" dt="2026-09-23T03:45:55.757" v="1046" actId="12"/>
          <ac:spMkLst>
            <pc:docMk/>
            <pc:sldMk cId="826638660" sldId="904"/>
            <ac:spMk id="2" creationId="{85895834-791C-77D4-E9E0-1BE751B5908E}"/>
          </ac:spMkLst>
        </pc:spChg>
        <pc:spChg chg="mod">
          <ac:chgData name="Srijan Bojja" userId="9dd9b8128eec74f3" providerId="LiveId" clId="{1FFEEFEF-D932-402B-875C-EA502E1000FD}" dt="2026-09-23T03:23:35.985" v="872" actId="20577"/>
          <ac:spMkLst>
            <pc:docMk/>
            <pc:sldMk cId="826638660" sldId="904"/>
            <ac:spMk id="6" creationId="{0030E9FD-3D2A-9AC9-1959-80C9002A0342}"/>
          </ac:spMkLst>
        </pc:spChg>
        <pc:spChg chg="mod">
          <ac:chgData name="Srijan Bojja" userId="9dd9b8128eec74f3" providerId="LiveId" clId="{1FFEEFEF-D932-402B-875C-EA502E1000FD}" dt="2026-09-23T03:45:29.960" v="1041"/>
          <ac:spMkLst>
            <pc:docMk/>
            <pc:sldMk cId="826638660" sldId="904"/>
            <ac:spMk id="9" creationId="{21621F3D-9253-A684-E207-5C1A09B39517}"/>
          </ac:spMkLst>
        </pc:spChg>
        <pc:picChg chg="add del mod">
          <ac:chgData name="Srijan Bojja" userId="9dd9b8128eec74f3" providerId="LiveId" clId="{1FFEEFEF-D932-402B-875C-EA502E1000FD}" dt="2026-09-23T03:45:34.587" v="1042" actId="478"/>
          <ac:picMkLst>
            <pc:docMk/>
            <pc:sldMk cId="826638660" sldId="904"/>
            <ac:picMk id="8" creationId="{DDA2E96B-E74B-A3F9-4E03-15B6C3CD5200}"/>
          </ac:picMkLst>
        </pc:picChg>
      </pc:sldChg>
      <pc:sldChg chg="modSp add mod">
        <pc:chgData name="Srijan Bojja" userId="9dd9b8128eec74f3" providerId="LiveId" clId="{1FFEEFEF-D932-402B-875C-EA502E1000FD}" dt="2026-09-23T04:06:40.041" v="1311" actId="20577"/>
        <pc:sldMkLst>
          <pc:docMk/>
          <pc:sldMk cId="1550948831" sldId="905"/>
        </pc:sldMkLst>
        <pc:spChg chg="mod">
          <ac:chgData name="Srijan Bojja" userId="9dd9b8128eec74f3" providerId="LiveId" clId="{1FFEEFEF-D932-402B-875C-EA502E1000FD}" dt="2026-09-23T04:06:40.041" v="1311" actId="20577"/>
          <ac:spMkLst>
            <pc:docMk/>
            <pc:sldMk cId="1550948831" sldId="905"/>
            <ac:spMk id="2" creationId="{2A0273D5-57AA-FC24-E30B-7AE50C5CC783}"/>
          </ac:spMkLst>
        </pc:spChg>
        <pc:spChg chg="mod">
          <ac:chgData name="Srijan Bojja" userId="9dd9b8128eec74f3" providerId="LiveId" clId="{1FFEEFEF-D932-402B-875C-EA502E1000FD}" dt="2026-09-23T04:05:08.140" v="1284" actId="20577"/>
          <ac:spMkLst>
            <pc:docMk/>
            <pc:sldMk cId="1550948831" sldId="905"/>
            <ac:spMk id="9" creationId="{BF7238FC-67A2-4755-AED5-A70CAF4BDFBB}"/>
          </ac:spMkLst>
        </pc:spChg>
      </pc:sldChg>
      <pc:sldChg chg="delSp modSp add del mod">
        <pc:chgData name="Srijan Bojja" userId="9dd9b8128eec74f3" providerId="LiveId" clId="{1FFEEFEF-D932-402B-875C-EA502E1000FD}" dt="2026-09-23T03:58:55.508" v="1173" actId="47"/>
        <pc:sldMkLst>
          <pc:docMk/>
          <pc:sldMk cId="2504229285" sldId="906"/>
        </pc:sldMkLst>
        <pc:spChg chg="del">
          <ac:chgData name="Srijan Bojja" userId="9dd9b8128eec74f3" providerId="LiveId" clId="{1FFEEFEF-D932-402B-875C-EA502E1000FD}" dt="2026-09-23T03:48:22.601" v="1058" actId="478"/>
          <ac:spMkLst>
            <pc:docMk/>
            <pc:sldMk cId="2504229285" sldId="906"/>
            <ac:spMk id="2" creationId="{C35CC4B5-55EE-3125-F935-2B4584110247}"/>
          </ac:spMkLst>
        </pc:spChg>
        <pc:spChg chg="mod">
          <ac:chgData name="Srijan Bojja" userId="9dd9b8128eec74f3" providerId="LiveId" clId="{1FFEEFEF-D932-402B-875C-EA502E1000FD}" dt="2026-09-23T03:48:11.334" v="1057"/>
          <ac:spMkLst>
            <pc:docMk/>
            <pc:sldMk cId="2504229285" sldId="906"/>
            <ac:spMk id="9" creationId="{A46BC248-DFBC-B224-2EBE-AD2A03CDB1A8}"/>
          </ac:spMkLst>
        </pc:spChg>
      </pc:sldChg>
      <pc:sldChg chg="modSp add mod">
        <pc:chgData name="Srijan Bojja" userId="9dd9b8128eec74f3" providerId="LiveId" clId="{1FFEEFEF-D932-402B-875C-EA502E1000FD}" dt="2026-09-23T04:07:20.479" v="1346" actId="5793"/>
        <pc:sldMkLst>
          <pc:docMk/>
          <pc:sldMk cId="4051406068" sldId="906"/>
        </pc:sldMkLst>
        <pc:spChg chg="mod">
          <ac:chgData name="Srijan Bojja" userId="9dd9b8128eec74f3" providerId="LiveId" clId="{1FFEEFEF-D932-402B-875C-EA502E1000FD}" dt="2026-09-23T04:07:20.479" v="1346" actId="5793"/>
          <ac:spMkLst>
            <pc:docMk/>
            <pc:sldMk cId="4051406068" sldId="906"/>
            <ac:spMk id="2" creationId="{BCF6B277-CAA5-FEE9-5151-8515C4F9CCDE}"/>
          </ac:spMkLst>
        </pc:spChg>
        <pc:spChg chg="mod">
          <ac:chgData name="Srijan Bojja" userId="9dd9b8128eec74f3" providerId="LiveId" clId="{1FFEEFEF-D932-402B-875C-EA502E1000FD}" dt="2026-09-23T04:06:53.539" v="1329" actId="20577"/>
          <ac:spMkLst>
            <pc:docMk/>
            <pc:sldMk cId="4051406068" sldId="906"/>
            <ac:spMk id="9" creationId="{6AC9400B-B160-BB18-9EFB-DEB5D80122D1}"/>
          </ac:spMkLst>
        </pc:spChg>
      </pc:sldChg>
      <pc:sldChg chg="new del">
        <pc:chgData name="Srijan Bojja" userId="9dd9b8128eec74f3" providerId="LiveId" clId="{1FFEEFEF-D932-402B-875C-EA502E1000FD}" dt="2026-09-23T04:09:49.978" v="1348" actId="47"/>
        <pc:sldMkLst>
          <pc:docMk/>
          <pc:sldMk cId="1166783700" sldId="907"/>
        </pc:sldMkLst>
      </pc:sldChg>
      <pc:sldChg chg="addSp delSp modSp add mod">
        <pc:chgData name="Srijan Bojja" userId="9dd9b8128eec74f3" providerId="LiveId" clId="{1FFEEFEF-D932-402B-875C-EA502E1000FD}" dt="2026-09-23T04:10:16.613" v="1354" actId="27614"/>
        <pc:sldMkLst>
          <pc:docMk/>
          <pc:sldMk cId="2777640774" sldId="907"/>
        </pc:sldMkLst>
        <pc:spChg chg="del">
          <ac:chgData name="Srijan Bojja" userId="9dd9b8128eec74f3" providerId="LiveId" clId="{1FFEEFEF-D932-402B-875C-EA502E1000FD}" dt="2026-09-23T04:10:04.829" v="1351" actId="478"/>
          <ac:spMkLst>
            <pc:docMk/>
            <pc:sldMk cId="2777640774" sldId="907"/>
            <ac:spMk id="2" creationId="{45EA636F-7A11-87C2-1B9B-E3928FE20ECE}"/>
          </ac:spMkLst>
        </pc:spChg>
        <pc:spChg chg="del">
          <ac:chgData name="Srijan Bojja" userId="9dd9b8128eec74f3" providerId="LiveId" clId="{1FFEEFEF-D932-402B-875C-EA502E1000FD}" dt="2026-09-23T04:09:57.216" v="1350" actId="478"/>
          <ac:spMkLst>
            <pc:docMk/>
            <pc:sldMk cId="2777640774" sldId="907"/>
            <ac:spMk id="9" creationId="{BC89B03F-6F07-20C8-FD09-1791EBCFAFA9}"/>
          </ac:spMkLst>
        </pc:spChg>
        <pc:picChg chg="add mod">
          <ac:chgData name="Srijan Bojja" userId="9dd9b8128eec74f3" providerId="LiveId" clId="{1FFEEFEF-D932-402B-875C-EA502E1000FD}" dt="2026-09-23T04:10:16.613" v="1354" actId="27614"/>
          <ac:picMkLst>
            <pc:docMk/>
            <pc:sldMk cId="2777640774" sldId="907"/>
            <ac:picMk id="8" creationId="{25681CD0-824C-4BEA-820C-B8262DA43B17}"/>
          </ac:picMkLst>
        </pc:picChg>
      </pc:sldChg>
      <pc:sldChg chg="addSp modSp add del mod">
        <pc:chgData name="Srijan Bojja" userId="9dd9b8128eec74f3" providerId="LiveId" clId="{1FFEEFEF-D932-402B-875C-EA502E1000FD}" dt="2026-09-23T03:58:34.894" v="1168" actId="47"/>
        <pc:sldMkLst>
          <pc:docMk/>
          <pc:sldMk cId="3340018192" sldId="907"/>
        </pc:sldMkLst>
        <pc:spChg chg="add mod">
          <ac:chgData name="Srijan Bojja" userId="9dd9b8128eec74f3" providerId="LiveId" clId="{1FFEEFEF-D932-402B-875C-EA502E1000FD}" dt="2026-09-23T03:53:05.665" v="1142" actId="1076"/>
          <ac:spMkLst>
            <pc:docMk/>
            <pc:sldMk cId="3340018192" sldId="907"/>
            <ac:spMk id="2" creationId="{917ADC00-0BD2-71BD-7530-299AF10A3A8D}"/>
          </ac:spMkLst>
        </pc:spChg>
        <pc:spChg chg="mod">
          <ac:chgData name="Srijan Bojja" userId="9dd9b8128eec74f3" providerId="LiveId" clId="{1FFEEFEF-D932-402B-875C-EA502E1000FD}" dt="2026-09-23T03:53:01.903" v="1141" actId="1076"/>
          <ac:spMkLst>
            <pc:docMk/>
            <pc:sldMk cId="3340018192" sldId="907"/>
            <ac:spMk id="9" creationId="{7D8929E3-BA63-7A98-1B09-F92F5C895716}"/>
          </ac:spMkLst>
        </pc:spChg>
      </pc:sldChg>
      <pc:sldChg chg="modSp add del mod">
        <pc:chgData name="Srijan Bojja" userId="9dd9b8128eec74f3" providerId="LiveId" clId="{1FFEEFEF-D932-402B-875C-EA502E1000FD}" dt="2026-09-23T03:58:37.029" v="1169" actId="47"/>
        <pc:sldMkLst>
          <pc:docMk/>
          <pc:sldMk cId="2676790847" sldId="908"/>
        </pc:sldMkLst>
        <pc:spChg chg="mod">
          <ac:chgData name="Srijan Bojja" userId="9dd9b8128eec74f3" providerId="LiveId" clId="{1FFEEFEF-D932-402B-875C-EA502E1000FD}" dt="2026-09-23T03:53:46.914" v="1146" actId="122"/>
          <ac:spMkLst>
            <pc:docMk/>
            <pc:sldMk cId="2676790847" sldId="908"/>
            <ac:spMk id="2" creationId="{E7AE6CE7-BA12-7DFD-C775-32D9F86E2738}"/>
          </ac:spMkLst>
        </pc:spChg>
        <pc:spChg chg="mod">
          <ac:chgData name="Srijan Bojja" userId="9dd9b8128eec74f3" providerId="LiveId" clId="{1FFEEFEF-D932-402B-875C-EA502E1000FD}" dt="2026-09-23T03:53:29.409" v="1144"/>
          <ac:spMkLst>
            <pc:docMk/>
            <pc:sldMk cId="2676790847" sldId="908"/>
            <ac:spMk id="9" creationId="{EB560070-05DA-D894-72DE-5D4C1EDED529}"/>
          </ac:spMkLst>
        </pc:spChg>
      </pc:sldChg>
      <pc:sldChg chg="delSp modSp add del mod">
        <pc:chgData name="Srijan Bojja" userId="9dd9b8128eec74f3" providerId="LiveId" clId="{1FFEEFEF-D932-402B-875C-EA502E1000FD}" dt="2026-09-23T03:58:40.078" v="1170" actId="47"/>
        <pc:sldMkLst>
          <pc:docMk/>
          <pc:sldMk cId="1903159191" sldId="909"/>
        </pc:sldMkLst>
        <pc:spChg chg="del mod">
          <ac:chgData name="Srijan Bojja" userId="9dd9b8128eec74f3" providerId="LiveId" clId="{1FFEEFEF-D932-402B-875C-EA502E1000FD}" dt="2026-09-23T03:54:44.916" v="1150" actId="478"/>
          <ac:spMkLst>
            <pc:docMk/>
            <pc:sldMk cId="1903159191" sldId="909"/>
            <ac:spMk id="2" creationId="{EA563FA9-AC2D-BB39-CF30-1E43228ECEBE}"/>
          </ac:spMkLst>
        </pc:spChg>
        <pc:spChg chg="mod">
          <ac:chgData name="Srijan Bojja" userId="9dd9b8128eec74f3" providerId="LiveId" clId="{1FFEEFEF-D932-402B-875C-EA502E1000FD}" dt="2026-09-23T03:54:16.270" v="1148"/>
          <ac:spMkLst>
            <pc:docMk/>
            <pc:sldMk cId="1903159191" sldId="909"/>
            <ac:spMk id="9" creationId="{14C23C70-2EA1-F322-4110-70D4584270C3}"/>
          </ac:spMkLst>
        </pc:spChg>
      </pc:sldChg>
      <pc:sldChg chg="addSp modSp add del mod">
        <pc:chgData name="Srijan Bojja" userId="9dd9b8128eec74f3" providerId="LiveId" clId="{1FFEEFEF-D932-402B-875C-EA502E1000FD}" dt="2026-09-23T03:58:44.659" v="1171" actId="47"/>
        <pc:sldMkLst>
          <pc:docMk/>
          <pc:sldMk cId="438522151" sldId="910"/>
        </pc:sldMkLst>
        <pc:spChg chg="add mod">
          <ac:chgData name="Srijan Bojja" userId="9dd9b8128eec74f3" providerId="LiveId" clId="{1FFEEFEF-D932-402B-875C-EA502E1000FD}" dt="2026-09-23T03:56:34.549" v="1157" actId="255"/>
          <ac:spMkLst>
            <pc:docMk/>
            <pc:sldMk cId="438522151" sldId="910"/>
            <ac:spMk id="2" creationId="{1E1DAC63-EB01-241F-D77F-7B89784DF8BB}"/>
          </ac:spMkLst>
        </pc:spChg>
        <pc:spChg chg="mod">
          <ac:chgData name="Srijan Bojja" userId="9dd9b8128eec74f3" providerId="LiveId" clId="{1FFEEFEF-D932-402B-875C-EA502E1000FD}" dt="2026-09-23T03:55:34.021" v="1152"/>
          <ac:spMkLst>
            <pc:docMk/>
            <pc:sldMk cId="438522151" sldId="910"/>
            <ac:spMk id="9" creationId="{39C8314A-264C-4B55-131B-C9690B67EF8E}"/>
          </ac:spMkLst>
        </pc:spChg>
      </pc:sldChg>
      <pc:sldChg chg="addSp delSp modSp add del mod ord">
        <pc:chgData name="Srijan Bojja" userId="9dd9b8128eec74f3" providerId="LiveId" clId="{1FFEEFEF-D932-402B-875C-EA502E1000FD}" dt="2026-09-23T03:58:46.670" v="1172" actId="47"/>
        <pc:sldMkLst>
          <pc:docMk/>
          <pc:sldMk cId="1457098472" sldId="911"/>
        </pc:sldMkLst>
        <pc:spChg chg="add del mod">
          <ac:chgData name="Srijan Bojja" userId="9dd9b8128eec74f3" providerId="LiveId" clId="{1FFEEFEF-D932-402B-875C-EA502E1000FD}" dt="2026-09-23T03:57:44.660" v="1167"/>
          <ac:spMkLst>
            <pc:docMk/>
            <pc:sldMk cId="1457098472" sldId="911"/>
            <ac:spMk id="2" creationId="{B532BE84-3613-7836-7BE8-A60FA2CEBBE4}"/>
          </ac:spMkLst>
        </pc:spChg>
        <pc:spChg chg="mod">
          <ac:chgData name="Srijan Bojja" userId="9dd9b8128eec74f3" providerId="LiveId" clId="{1FFEEFEF-D932-402B-875C-EA502E1000FD}" dt="2026-09-23T03:57:19.261" v="1161"/>
          <ac:spMkLst>
            <pc:docMk/>
            <pc:sldMk cId="1457098472" sldId="911"/>
            <ac:spMk id="9" creationId="{1C54160A-0033-6BF0-C2D9-A363D097621C}"/>
          </ac:spMkLst>
        </pc:spChg>
        <pc:graphicFrameChg chg="add mod modGraphic">
          <ac:chgData name="Srijan Bojja" userId="9dd9b8128eec74f3" providerId="LiveId" clId="{1FFEEFEF-D932-402B-875C-EA502E1000FD}" dt="2026-09-23T03:57:43.957" v="1165" actId="14100"/>
          <ac:graphicFrameMkLst>
            <pc:docMk/>
            <pc:sldMk cId="1457098472" sldId="911"/>
            <ac:graphicFrameMk id="5" creationId="{89BB17D1-2289-78C9-3D55-304E45301B8C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4B03022-1F30-4885-B78F-22C04F8A973E}" type="doc">
      <dgm:prSet loTypeId="urn:microsoft.com/office/officeart/2005/8/layout/venn3" loCatId="relationship" qsTypeId="urn:microsoft.com/office/officeart/2005/8/quickstyle/3d7#1" qsCatId="3D" csTypeId="urn:microsoft.com/office/officeart/2005/8/colors/colorful1#1" csCatId="colorful" phldr="1"/>
      <dgm:spPr/>
      <dgm:t>
        <a:bodyPr/>
        <a:lstStyle/>
        <a:p>
          <a:endParaRPr lang="en-IN"/>
        </a:p>
      </dgm:t>
    </dgm:pt>
    <dgm:pt modelId="{4094C340-BA43-4FE7-BEDC-37D235AAAD16}" type="pres">
      <dgm:prSet presAssocID="{84B03022-1F30-4885-B78F-22C04F8A973E}" presName="Name0" presStyleCnt="0">
        <dgm:presLayoutVars>
          <dgm:dir/>
          <dgm:resizeHandles val="exact"/>
        </dgm:presLayoutVars>
      </dgm:prSet>
      <dgm:spPr/>
    </dgm:pt>
  </dgm:ptLst>
  <dgm:cxnLst>
    <dgm:cxn modelId="{536B444D-E965-4C7A-901B-8D59695FE972}" type="presOf" srcId="{84B03022-1F30-4885-B78F-22C04F8A973E}" destId="{4094C340-BA43-4FE7-BEDC-37D235AAAD16}" srcOrd="0" destOrd="0" presId="urn:microsoft.com/office/officeart/2005/8/layout/venn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3">
  <dgm:title val=""/>
  <dgm:desc val=""/>
  <dgm:catLst>
    <dgm:cat type="relationship" pri="2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>
          <dgm:param type="fallback" val="2D"/>
        </dgm:alg>
      </dgm:if>
      <dgm:else name="Name3">
        <dgm:alg type="lin">
          <dgm:param type="fallback" val="2D"/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refType="w" refFor="ch" refPtType="node"/>
      <dgm:constr type="w" for="ch" forName="space" refType="w" refFor="ch" refPtType="node" fact="-0.2"/>
      <dgm:constr type="primFontSz" for="ch" ptType="node" op="equ" val="65"/>
    </dgm:constrLst>
    <dgm:ruleLst/>
    <dgm:forEach name="Name4" axis="ch" ptType="node">
      <dgm:layoutNode name="Name5" styleLbl="vennNode1">
        <dgm:varLst>
          <dgm:bulletEnabled val="1"/>
        </dgm:varLst>
        <dgm:alg type="tx">
          <dgm:param type="txAnchorVertCh" val="mid"/>
          <dgm:param type="txAnchorHorzCh" val="ctr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tMarg" refType="primFontSz" fact="0.1"/>
          <dgm:constr type="bMarg" refType="primFontSz" fact="0.1"/>
          <dgm:constr type="lMarg" refType="w" fact="0.156"/>
          <dgm:constr type="rMarg" refType="w" fact="0.156"/>
        </dgm:constrLst>
        <dgm:ruleLst>
          <dgm:rule type="primFontSz" val="5" fact="NaN" max="NaN"/>
        </dgm:ruleLst>
      </dgm:layoutNode>
      <dgm:forEach name="Name6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7#1">
  <dgm:title val=""/>
  <dgm:desc val=""/>
  <dgm:catLst>
    <dgm:cat type="3D" pri="11700"/>
  </dgm:catLst>
  <dgm:scene3d>
    <a:camera prst="perspectiveLeft" zoom="91000"/>
    <a:lightRig rig="threePt" dir="t">
      <a:rot lat="0" lon="0" rev="20640000"/>
    </a:lightRig>
  </dgm:scene3d>
  <dgm:styleLbl name="node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threePt" dir="t"/>
    </dgm:scene3d>
    <dgm:sp3d extrusionH="50600" prstMaterial="clear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threePt" dir="t"/>
    </dgm:scene3d>
    <dgm:sp3d extrusionH="50600" prstMaterial="metal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 z="572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 z="-211800" extrusionH="10600" prstMaterial="plastic">
      <a:bevelT w="101600" h="8600" prst="relaxedInset"/>
      <a:bevelB w="8600" h="8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 z="106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 z="-2118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0000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threePt" dir="t"/>
    </dgm:scene3d>
    <dgm:sp3d extrusionH="50600" prstMaterial="plastic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threePt" dir="t"/>
    </dgm:scene3d>
    <dgm:sp3d z="-110000">
      <a:bevelT w="40600" h="2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threePt" dir="t"/>
    </dgm:scene3d>
    <dgm:sp3d z="-110000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 extrusionH="50600">
      <a:bevelT w="101600" h="80600"/>
      <a:bevelB w="80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 extrusionH="50600">
      <a:bevelT w="101600" h="806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 z="-161800" extrusionH="10600" prstMaterial="matte">
      <a:bevelT w="90600" h="18600" prst="softRound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 z="-161800" extrusionH="10600" contourW="3000">
      <a:bevelT w="48600" h="8600" prst="softRound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 extrusionH="50600" contourW="3000">
      <a:bevelT w="101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 z="-161800" extrusionH="10600" contourW="3000">
      <a:bevelT w="48600" h="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 z="57200" extrusionH="600" contourW="3000">
      <a:bevelT w="48600" h="18600" prst="relaxedInset"/>
      <a:bevelB w="48600" h="8600" prst="relaxedInset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 z="-161800" extrusionH="600" contourW="3000">
      <a:bevelT w="48600" h="18600" prst="relaxedInset"/>
      <a:bevelB w="48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 extrusionH="50600">
      <a:bevelT w="80600" h="80600" prst="relaxedInset"/>
      <a:bevelB w="80600" h="80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 z="57200" extrusionH="600" contourW="3000" prstMaterial="plastic">
      <a:bevelT w="80600" h="18600" prst="relaxedInset"/>
      <a:bevelB w="80600" h="8600" prst="relaxedInset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A666E0-C270-4F2D-A5DC-96BE795B540E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19044B-B5AF-477C-950C-4ED5126343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606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84AE20-9EAE-4BB7-93AC-7EFA05BCA1CF}" type="slidenum">
              <a:rPr lang="en-IN" smtClean="0"/>
              <a:t>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74734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162C7A-CC9D-4035-A213-68F795EB7A2A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7703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2BE77-A6B4-BF9A-F59F-6A1C17E6D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F4D497-63DE-C270-40A4-331A37D0B0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809C3A-1739-D230-186B-84454F605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5F904-3F1F-4281-A9E1-C2FB746B8BF7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63778-C058-1235-D3A3-7BCFF3CD0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A1708-DD63-B8A6-CDE5-A057B2CF8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699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A0280-1254-E679-102E-D8CC13C8C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84D78-2E62-1C74-D557-5115FDC29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02B77-F303-2F09-80CB-35B74D2F5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D6EA9-74F4-419E-9686-C1380811218E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3359BF-B012-085F-389A-331E721BC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0460-9CE8-D43D-79E7-A7A9144A3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162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87D46-3DEF-526E-5F46-4ADACBEC0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5A517A-D5B3-3AF2-38BE-1D89988138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602125-0289-3272-156D-A3C31E848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6D309-B4D5-4527-B36F-A10579509D53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9971A6-CC5A-CC09-A1F2-E284284E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898D5-FC90-9DA1-FE2F-D07DEDDAD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95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89433-0D52-95EF-D78E-4FC912D4F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A2DAE-6EF3-6910-5373-1A5DF4090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1AE70-38B9-B797-DE71-57CAE4C82D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5E50E-F402-07A4-460F-3431CA999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5E381-5B31-4AF8-B2D5-825A2871D21A}" type="datetime1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4D7A32-7B4B-0167-CBD3-4FB4F42F7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B928D-DF00-B9C5-1A36-1E52C14CB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198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CFE06-EEED-5CC3-A38A-576DD2C8A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B0BA8C-9EDE-BB49-BD35-49BAFCB8D3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1DDD39-7D2C-4493-F56F-81F6BC3F98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14469B-6213-D34D-07A9-FCDC82AC0F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6440F3-3F2D-85CC-D2E2-6D0D54B8A2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346DE1-9818-60AF-EAF8-FFED39BA5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58F223-DE04-43B3-A1CA-82C024222846}" type="datetime1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65E9E00-6460-F360-EDFD-B03FBA2C6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BFFDD7-5BFE-EA3B-6250-A381A5695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251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CE0FC-511C-2C2C-E510-CDDF26341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796671-3C71-777F-3A4D-A89D7E5D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C939F-6452-40B3-8B30-A5C8AB6A0DFC}" type="datetime1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024A6A-95A8-2753-339B-FC09D4CAE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9E07AF-B1A0-E180-D5AC-3F2F0031C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466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8527A8-9BA5-6E6B-9B96-E6F6FADC4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43805D-913B-4F6D-902C-E5136FBF0E0C}" type="datetime1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AB8C98-6C07-7CF9-228C-EF7E65147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47070-DD15-038E-31F6-EF9EAD920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321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28049-15BD-A06B-510D-51342C765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7F51D-EFF8-F91B-8F7D-613493BF8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43686E-4EC3-3B25-F2B1-DEF00AA476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24C9A3-A390-80A1-50AD-21AB6B252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5B214-4124-49D8-A24E-DBA27A6445C3}" type="datetime1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FB16C-3A67-2F8D-2205-B1FF3BE2C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137A69-0E62-6668-A184-42A6DBF6B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48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AFB01-3CD4-CFD9-5A71-411262FAAC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DCEFF8-AB3F-42A6-ADAF-1080336CCB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914F7C-5D5A-7C5D-50F2-B5067E1E61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E767C3-2493-217A-8E1D-03F6BBB4A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D956CC-F7C8-47FB-89A1-FBAE32B2A8EB}" type="datetime1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8FEBF7-64BD-7F85-1240-C02E3705B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64DB1-56E3-B1C9-BED9-904A25C29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973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BCD61-B1C9-A34D-6022-ADB9D4B22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24F7E8-10E7-E6C8-474D-2A06ED5015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E7D405-5D32-C40F-1430-5F5A97DD4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F10B40-B78B-4C4B-BDCF-3CB98651AC41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9955A-6D2E-8ABB-AF09-EC9590F01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9E1B21-A5D1-C625-FE7B-A0232576A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886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699036-2042-AC93-5117-4059611F3C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2DD23D-712F-710C-F8D8-B4B2B3E059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095516-E45F-6DA1-08EA-04E781DF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C7294-1103-4E07-87C3-AC60860F3AE3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71DB9-D5C7-9EFA-0532-06B0BAAF4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735D92-5A89-BE34-CC33-93F56B3ED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49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91251-3688-4348-9E3A-30E567D55C4D}" type="datetime1">
              <a:rPr lang="en-US" smtClean="0"/>
              <a:t>9/23/2026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08602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9DBFDF-CDE2-40CB-8FA4-3CBB1CF54A9D}" type="datetime1">
              <a:rPr lang="en-US" smtClean="0"/>
              <a:t>9/23/2026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82983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877594-F345-470B-9851-AAB51F8A07D1}" type="datetime1">
              <a:rPr lang="en-US" smtClean="0"/>
              <a:t>9/23/2026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9923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14D82-1E80-4D9B-9F48-1603FF32D29B}" type="datetime1">
              <a:rPr lang="en-US" smtClean="0"/>
              <a:t>9/23/2026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19083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F91D6D-4517-4318-8E63-BA647FC73676}" type="datetime1">
              <a:rPr lang="en-US" smtClean="0"/>
              <a:t>9/23/2026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84857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48BE11-45C9-4A33-91D6-F834346F8230}" type="datetime1">
              <a:rPr lang="en-US" smtClean="0"/>
              <a:t>9/23/2026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38849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3F475-35D2-4DB4-B393-F0CB7E443F34}" type="datetime1">
              <a:rPr lang="en-US" smtClean="0"/>
              <a:t>9/23/2026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8867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F7173-3C06-4909-B7DB-53FA6C1C449E}" type="datetime1">
              <a:rPr lang="en-US" smtClean="0"/>
              <a:t>9/23/2026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749178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6B61D-E795-4B3F-91F2-8D80F4704BCD}" type="datetime1">
              <a:rPr lang="en-US" smtClean="0"/>
              <a:t>9/23/2026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633191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192F9-85A8-474E-9101-6E509395F1D7}" type="datetime1">
              <a:rPr lang="en-US" smtClean="0"/>
              <a:t>9/23/2026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75840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AA09B4-E520-4CE3-B3CD-968466114F87}" type="datetime1">
              <a:rPr lang="en-US" smtClean="0"/>
              <a:t>9/23/2026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CNAD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4595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711898-360B-AD49-DD62-FA3B7B662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2BE89-A274-4461-2B81-505874463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B2A70-C1DC-D783-67E1-97822E79A5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1BE44B-A080-444E-B2F8-66835D348D22}" type="datetime1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5D01A-229C-E067-7B4E-BC254D6544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CNAD Project Review-1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741767-E51C-1DAB-E3C8-F047E87A83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39234F-78F1-4984-9C4D-D4C7AB587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637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AF9358-0389-4EC9-8C09-403CD6E20950}" type="datetime1">
              <a:rPr lang="en-US" smtClean="0"/>
              <a:t>9/23/2026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CNAD Project Review-1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AD1135-6E10-4422-AC8B-257B84239C9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376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500C0830-A1CA-96AE-68D2-18C57ABE4802}"/>
              </a:ext>
            </a:extLst>
          </p:cNvPr>
          <p:cNvSpPr txBox="1"/>
          <p:nvPr/>
        </p:nvSpPr>
        <p:spPr>
          <a:xfrm>
            <a:off x="2995612" y="2868213"/>
            <a:ext cx="6200774" cy="492443"/>
          </a:xfrm>
          <a:prstGeom prst="rect">
            <a:avLst/>
          </a:prstGeom>
          <a:noFill/>
          <a:effectLst>
            <a:glow rad="139700">
              <a:schemeClr val="accent2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 algn="ctr"/>
            <a:endParaRPr lang="en-IN" sz="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IN" sz="2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23-09-26 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BD22BC4D-4857-7D81-7819-37B7BB4264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174584"/>
              </p:ext>
            </p:extLst>
          </p:nvPr>
        </p:nvGraphicFramePr>
        <p:xfrm>
          <a:off x="7250590" y="4882055"/>
          <a:ext cx="4438648" cy="12421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8648">
                  <a:extLst>
                    <a:ext uri="{9D8B030D-6E8A-4147-A177-3AD203B41FA5}">
                      <a16:colId xmlns:a16="http://schemas.microsoft.com/office/drawing/2014/main" val="40058472"/>
                    </a:ext>
                  </a:extLst>
                </a:gridCol>
              </a:tblGrid>
              <a:tr h="124213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Team Members</a:t>
                      </a:r>
                    </a:p>
                    <a:p>
                      <a:pPr marL="0" algn="l" defTabSz="914400" rtl="0" eaLnBrk="1" latinLnBrk="0" hangingPunct="1"/>
                      <a:r>
                        <a:rPr lang="en-IN" sz="16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PRANAV MAHAJAN-2420030727</a:t>
                      </a:r>
                    </a:p>
                    <a:p>
                      <a:pPr marL="0" algn="l" defTabSz="914400" rtl="0" eaLnBrk="1" latinLnBrk="0" hangingPunct="1"/>
                      <a:r>
                        <a:rPr lang="en-IN" sz="1600" b="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</a:rPr>
                        <a:t>B.SRIJAN-2420030201       </a:t>
                      </a:r>
                      <a:endParaRPr lang="en-IN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08782725"/>
                  </a:ext>
                </a:extLst>
              </a:tr>
            </a:tbl>
          </a:graphicData>
        </a:graphic>
      </p:graphicFrame>
      <p:grpSp>
        <p:nvGrpSpPr>
          <p:cNvPr id="21" name="Group 20">
            <a:extLst>
              <a:ext uri="{FF2B5EF4-FFF2-40B4-BE49-F238E27FC236}">
                <a16:creationId xmlns:a16="http://schemas.microsoft.com/office/drawing/2014/main" id="{B5A8CA37-C090-A9D8-75D0-A7A7D5DEBE24}"/>
              </a:ext>
            </a:extLst>
          </p:cNvPr>
          <p:cNvGrpSpPr/>
          <p:nvPr/>
        </p:nvGrpSpPr>
        <p:grpSpPr>
          <a:xfrm>
            <a:off x="7135470" y="4661318"/>
            <a:ext cx="230240" cy="232995"/>
            <a:chOff x="1567861" y="1613059"/>
            <a:chExt cx="230240" cy="232995"/>
          </a:xfrm>
          <a:solidFill>
            <a:srgbClr val="FF66FF"/>
          </a:solidFill>
        </p:grpSpPr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E48399A6-AAB5-B502-9670-34E0FCDF5541}"/>
                </a:ext>
              </a:extLst>
            </p:cNvPr>
            <p:cNvSpPr/>
            <p:nvPr/>
          </p:nvSpPr>
          <p:spPr>
            <a:xfrm rot="8294948">
              <a:off x="1567861" y="1613059"/>
              <a:ext cx="160845" cy="232995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highlight>
                  <a:srgbClr val="FFFF00"/>
                </a:highlight>
              </a:endParaRPr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67E59050-351C-0873-0298-AB77EA522C22}"/>
                </a:ext>
              </a:extLst>
            </p:cNvPr>
            <p:cNvSpPr/>
            <p:nvPr/>
          </p:nvSpPr>
          <p:spPr>
            <a:xfrm rot="11852143">
              <a:off x="1683856" y="1639371"/>
              <a:ext cx="114245" cy="153379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9091FADF-77DB-CB1D-CD72-56C53CF763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9479435"/>
              </p:ext>
            </p:extLst>
          </p:nvPr>
        </p:nvGraphicFramePr>
        <p:xfrm>
          <a:off x="-795813" y="4774125"/>
          <a:ext cx="5902325" cy="1366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3565">
                  <a:extLst>
                    <a:ext uri="{9D8B030D-6E8A-4147-A177-3AD203B41FA5}">
                      <a16:colId xmlns:a16="http://schemas.microsoft.com/office/drawing/2014/main" val="40058472"/>
                    </a:ext>
                  </a:extLst>
                </a:gridCol>
                <a:gridCol w="4528760">
                  <a:extLst>
                    <a:ext uri="{9D8B030D-6E8A-4147-A177-3AD203B41FA5}">
                      <a16:colId xmlns:a16="http://schemas.microsoft.com/office/drawing/2014/main" val="1330242319"/>
                    </a:ext>
                  </a:extLst>
                </a:gridCol>
              </a:tblGrid>
              <a:tr h="1332118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IN" sz="500" b="1" dirty="0">
                        <a:solidFill>
                          <a:srgbClr val="C0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IN" sz="1600" b="1" dirty="0">
                          <a:solidFill>
                            <a:srgbClr val="C0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Under the Guidance of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IN" sz="1400" b="1" dirty="0"/>
                        <a:t>Dr. Patha Srilatha</a:t>
                      </a:r>
                      <a:endParaRPr lang="en-US" sz="1400" b="1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  <a:sym typeface="Cambria"/>
                      </a:endParaRP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b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Associate Professor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b="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Department of CSE,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200"/>
                        </a:spcBef>
                        <a:buSzPts val="810"/>
                        <a:buNone/>
                      </a:pPr>
                      <a:r>
                        <a:rPr lang="en-US" sz="14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Cambria"/>
                          <a:cs typeface="Times New Roman" panose="02020603050405020304" pitchFamily="18" charset="0"/>
                          <a:sym typeface="Cambria"/>
                        </a:rPr>
                        <a:t>KLH CSE Bowrampet Campus</a:t>
                      </a:r>
                      <a:endParaRPr lang="en-US" sz="14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Cambria"/>
                        <a:cs typeface="Times New Roman" panose="02020603050405020304" pitchFamily="18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08782725"/>
                  </a:ext>
                </a:extLst>
              </a:tr>
            </a:tbl>
          </a:graphicData>
        </a:graphic>
      </p:graphicFrame>
      <p:grpSp>
        <p:nvGrpSpPr>
          <p:cNvPr id="31" name="Group 30">
            <a:extLst>
              <a:ext uri="{FF2B5EF4-FFF2-40B4-BE49-F238E27FC236}">
                <a16:creationId xmlns:a16="http://schemas.microsoft.com/office/drawing/2014/main" id="{8A67E7A6-1F33-FBD3-09B8-F35F17C8F890}"/>
              </a:ext>
            </a:extLst>
          </p:cNvPr>
          <p:cNvGrpSpPr/>
          <p:nvPr/>
        </p:nvGrpSpPr>
        <p:grpSpPr>
          <a:xfrm>
            <a:off x="442519" y="4562547"/>
            <a:ext cx="230240" cy="232995"/>
            <a:chOff x="1567861" y="1613059"/>
            <a:chExt cx="230240" cy="232995"/>
          </a:xfrm>
          <a:solidFill>
            <a:srgbClr val="00B0F0"/>
          </a:solidFill>
        </p:grpSpPr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FE269535-B3A3-75F2-310C-D43D8AC3F905}"/>
                </a:ext>
              </a:extLst>
            </p:cNvPr>
            <p:cNvSpPr/>
            <p:nvPr/>
          </p:nvSpPr>
          <p:spPr>
            <a:xfrm rot="8294948">
              <a:off x="1567861" y="1613059"/>
              <a:ext cx="160845" cy="232995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highlight>
                  <a:srgbClr val="FFFF00"/>
                </a:highlight>
              </a:endParaRPr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FA8E9237-F9D3-FB94-D6EB-94D77AEFD506}"/>
                </a:ext>
              </a:extLst>
            </p:cNvPr>
            <p:cNvSpPr/>
            <p:nvPr/>
          </p:nvSpPr>
          <p:spPr>
            <a:xfrm rot="11852143">
              <a:off x="1683856" y="1639371"/>
              <a:ext cx="114245" cy="153379"/>
            </a:xfrm>
            <a:prstGeom prst="triangl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sp>
        <p:nvSpPr>
          <p:cNvPr id="34" name="Date Placeholder 33">
            <a:extLst>
              <a:ext uri="{FF2B5EF4-FFF2-40B4-BE49-F238E27FC236}">
                <a16:creationId xmlns:a16="http://schemas.microsoft.com/office/drawing/2014/main" id="{C1554CCE-4DF8-89E6-E0F6-3C2A1439C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b="1" dirty="0"/>
              <a:t>23/09/26 </a:t>
            </a:r>
            <a:endParaRPr lang="en-IN" b="1" dirty="0"/>
          </a:p>
        </p:txBody>
      </p:sp>
      <p:sp>
        <p:nvSpPr>
          <p:cNvPr id="35" name="Footer Placeholder 34">
            <a:extLst>
              <a:ext uri="{FF2B5EF4-FFF2-40B4-BE49-F238E27FC236}">
                <a16:creationId xmlns:a16="http://schemas.microsoft.com/office/drawing/2014/main" id="{8FB49AA0-2464-6225-6B6C-063F9A6EC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b="1" dirty="0"/>
              <a:t>CNAD Project Review-2</a:t>
            </a:r>
          </a:p>
        </p:txBody>
      </p:sp>
      <p:sp>
        <p:nvSpPr>
          <p:cNvPr id="36" name="Slide Number Placeholder 35">
            <a:extLst>
              <a:ext uri="{FF2B5EF4-FFF2-40B4-BE49-F238E27FC236}">
                <a16:creationId xmlns:a16="http://schemas.microsoft.com/office/drawing/2014/main" id="{28F834F9-83AA-E3F9-773A-4B7A83B3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D1135-6E10-4422-AC8B-257B84239C9C}" type="slidenum">
              <a:rPr lang="en-IN" smtClean="0"/>
              <a:t>1</a:t>
            </a:fld>
            <a:endParaRPr lang="en-IN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E5F681-D3B5-BC4B-8AA4-5688DCEEFB44}"/>
              </a:ext>
            </a:extLst>
          </p:cNvPr>
          <p:cNvSpPr/>
          <p:nvPr/>
        </p:nvSpPr>
        <p:spPr>
          <a:xfrm>
            <a:off x="638175" y="769267"/>
            <a:ext cx="10915650" cy="98564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782FAE-AFAF-27B2-2591-CFAF7695B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D4CF64F-3FB6-0CE4-B778-63C5D5A1D343}"/>
              </a:ext>
            </a:extLst>
          </p:cNvPr>
          <p:cNvSpPr txBox="1"/>
          <p:nvPr/>
        </p:nvSpPr>
        <p:spPr>
          <a:xfrm>
            <a:off x="538061" y="785033"/>
            <a:ext cx="107156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sz="2800" b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Smart </a:t>
            </a:r>
            <a:r>
              <a:rPr lang="en-US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Campus Management Platform Using Cloud-Native Microservices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Poppins" pitchFamily="2" charset="7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5BC1A0-FDE4-1557-375E-6E0BD69BC77B}"/>
              </a:ext>
            </a:extLst>
          </p:cNvPr>
          <p:cNvSpPr txBox="1"/>
          <p:nvPr/>
        </p:nvSpPr>
        <p:spPr>
          <a:xfrm>
            <a:off x="638175" y="2199745"/>
            <a:ext cx="107156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CNAD </a:t>
            </a:r>
            <a:r>
              <a:rPr lang="en-IN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Project Review-2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7602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FAE64B-DFA9-4528-D74E-DAEA88C00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4C1F5F2-ECD8-4C6D-ADBC-EC676B29AED6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9/23/2026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222DE7-17C6-1B7E-71C0-2347B0AA2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CNAD Project Review-2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20A00F-144B-157D-A12F-7CF90703C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3A418F-4DEE-4BB1-940B-1145D135750E}" type="slidenum">
              <a:rPr kumimoji="0" lang="en-I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IN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26" name="Diagram 25">
            <a:extLst>
              <a:ext uri="{FF2B5EF4-FFF2-40B4-BE49-F238E27FC236}">
                <a16:creationId xmlns:a16="http://schemas.microsoft.com/office/drawing/2014/main" id="{C044B753-17EC-8A45-927F-C44CC40ED5BA}"/>
              </a:ext>
            </a:extLst>
          </p:cNvPr>
          <p:cNvGraphicFramePr/>
          <p:nvPr/>
        </p:nvGraphicFramePr>
        <p:xfrm>
          <a:off x="41510" y="115414"/>
          <a:ext cx="1474694" cy="9423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0B4D1914-919F-D842-1FC2-1BBFC0E95C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9380" y="0"/>
            <a:ext cx="1901110" cy="6225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0C1954-9EF0-44BA-B373-F9577BA63540}"/>
              </a:ext>
            </a:extLst>
          </p:cNvPr>
          <p:cNvSpPr txBox="1"/>
          <p:nvPr/>
        </p:nvSpPr>
        <p:spPr>
          <a:xfrm>
            <a:off x="549970" y="1201788"/>
            <a:ext cx="10665643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Problem Definition:</a:t>
            </a:r>
          </a:p>
          <a:p>
            <a:r>
              <a:rPr lang="en-US" sz="1600" dirty="0"/>
              <a:t>Modern educational institutions manage multiple services such as: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Student Management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Attendance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Academics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Events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Facilities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Communication</a:t>
            </a:r>
          </a:p>
          <a:p>
            <a:endParaRPr lang="en-US" sz="1600" dirty="0"/>
          </a:p>
          <a:p>
            <a:r>
              <a:rPr lang="en-US" sz="1600" dirty="0"/>
              <a:t>Traditional systems often maintain these services separately, resulting in: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Fragmented campus information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Difficulty in integrating services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Limited scalability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Difficult maintenance and deployment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Communication challenges between services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Difficulty in monitoring system health</a:t>
            </a:r>
          </a:p>
          <a:p>
            <a:endParaRPr lang="en-US" sz="1600" dirty="0"/>
          </a:p>
          <a:p>
            <a:r>
              <a:rPr lang="en-US" sz="1600" dirty="0"/>
              <a:t>Proposed Solution: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 unified Smart Campus Management Platform using cloud-native microservices that allows campus services to be independently developed, deployed, maintained and scaled.</a:t>
            </a:r>
            <a:endParaRPr lang="en-IN" sz="16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9D3473D-8C49-17B4-CBCC-B9B3C4A1459D}"/>
              </a:ext>
            </a:extLst>
          </p:cNvPr>
          <p:cNvSpPr/>
          <p:nvPr/>
        </p:nvSpPr>
        <p:spPr>
          <a:xfrm>
            <a:off x="3834920" y="136525"/>
            <a:ext cx="4105120" cy="708443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Problem Definition &amp; Requirements</a:t>
            </a:r>
          </a:p>
        </p:txBody>
      </p:sp>
    </p:spTree>
    <p:extLst>
      <p:ext uri="{BB962C8B-B14F-4D97-AF65-F5344CB8AC3E}">
        <p14:creationId xmlns:p14="http://schemas.microsoft.com/office/powerpoint/2010/main" val="2747969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C8F81-5402-FBBE-D32A-834F3C603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A614DC-364B-1BD9-B452-BC2E55FD9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22E8B8-54AE-F861-D576-B62C19A55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F0E259-4615-46D4-A3BD-7CF5E55937D6}" type="datetime1">
              <a:rPr lang="en-US" smtClean="0"/>
              <a:t>9/23/2026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3DF040-570B-E40C-28DD-48ACF4776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CNAD Project Review-2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7450DC-5C76-3221-3705-A7713237D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3</a:t>
            </a:fld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CB58DBC-97DD-CAE2-6032-D8BF2561F46C}"/>
              </a:ext>
            </a:extLst>
          </p:cNvPr>
          <p:cNvSpPr/>
          <p:nvPr/>
        </p:nvSpPr>
        <p:spPr>
          <a:xfrm>
            <a:off x="3834920" y="136525"/>
            <a:ext cx="4105120" cy="708443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System </a:t>
            </a:r>
            <a:r>
              <a:rPr lang="en-US" sz="2400" b="1" dirty="0" err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Architecure</a:t>
            </a:r>
            <a:r>
              <a:rPr lang="en-US" sz="2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and Design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09F851-C121-6761-0E1E-86D2963267A8}"/>
              </a:ext>
            </a:extLst>
          </p:cNvPr>
          <p:cNvSpPr txBox="1"/>
          <p:nvPr/>
        </p:nvSpPr>
        <p:spPr>
          <a:xfrm>
            <a:off x="383356" y="1262368"/>
            <a:ext cx="1142528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System Architecture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Designed using a </a:t>
            </a:r>
            <a:r>
              <a:rPr lang="en-IN" b="1" dirty="0"/>
              <a:t>Cloud-Native Microservices Architecture</a:t>
            </a:r>
            <a:r>
              <a:rPr lang="en-IN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Major services include </a:t>
            </a:r>
            <a:r>
              <a:rPr lang="en-IN" b="1" dirty="0"/>
              <a:t>Student Management, Attendance, Academic, Event, Facility, and Notification Services</a:t>
            </a:r>
            <a:r>
              <a:rPr lang="en-IN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An </a:t>
            </a:r>
            <a:r>
              <a:rPr lang="en-IN" b="1" dirty="0"/>
              <a:t>API Gateway</a:t>
            </a:r>
            <a:r>
              <a:rPr lang="en-IN" dirty="0"/>
              <a:t> provides a common entry point and manages communication between clients and backend services.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Services communicate through </a:t>
            </a:r>
            <a:r>
              <a:rPr lang="en-IN" b="1" dirty="0"/>
              <a:t>REST APIs</a:t>
            </a:r>
            <a:r>
              <a:rPr lang="en-IN" dirty="0"/>
              <a:t> and can be developed, deployed, updated, and scaled independently.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Each microservice can maintain its own </a:t>
            </a:r>
            <a:r>
              <a:rPr lang="en-IN" b="1" dirty="0"/>
              <a:t>database</a:t>
            </a:r>
            <a:r>
              <a:rPr lang="en-IN" dirty="0"/>
              <a:t> for independent data management.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Docker and Kubernetes</a:t>
            </a:r>
            <a:r>
              <a:rPr lang="en-IN" dirty="0"/>
              <a:t> support containerized deployment and orchestration of the microservices.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Helm</a:t>
            </a:r>
            <a:r>
              <a:rPr lang="en-IN" dirty="0"/>
              <a:t> is used for Kubernetes application packaging, deployment, upgrades, and rollbacks.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Cloud infrastructure provides </a:t>
            </a:r>
            <a:r>
              <a:rPr lang="en-IN" b="1" dirty="0"/>
              <a:t>scalability, elasticity, high availability, and fault tolerance</a:t>
            </a:r>
            <a:r>
              <a:rPr lang="en-IN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439377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4AF34-8CFC-8161-A3CD-DED259C92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2C6E66-DFCA-CBBA-3972-F62C5800A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1EEFAC-0ECA-A18F-A4B4-033D37111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D399FE-9025-4738-A866-75F92FF5600E}" type="datetime1">
              <a:rPr lang="en-US" smtClean="0"/>
              <a:t>9/23/2026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4FD4BC-7EB9-607E-38E4-8C64E6E11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CNAD Project Review-2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C535C-1312-10F3-FBDA-B7001433D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4</a:t>
            </a:fld>
            <a:endParaRPr lang="en-US"/>
          </a:p>
        </p:txBody>
      </p:sp>
      <p:pic>
        <p:nvPicPr>
          <p:cNvPr id="8" name="Picture 7" descr="The image depicts a system architecture for a Smart Campus Management Platform using cloud-native microservices, including user interfaces, authentication services, various microservices for different functionalities like attendance, academic events, and notifications, as well as infrastructure components such as Docker, Kubernetes, and monitoring tools.&#10;&#10;AI-generated content may be incorrect.">
            <a:extLst>
              <a:ext uri="{FF2B5EF4-FFF2-40B4-BE49-F238E27FC236}">
                <a16:creationId xmlns:a16="http://schemas.microsoft.com/office/drawing/2014/main" id="{A88BF81A-6A93-0365-F7CF-3CA096BB1A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3508"/>
            <a:ext cx="9193041" cy="6128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782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A0FDE360-66C4-26CA-5DB9-8E99C2685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BE2E2B-EEBE-417C-831B-9A36F38228DC}" type="datetime1">
              <a:rPr lang="en-US" smtClean="0"/>
              <a:t>9/23/2026</a:t>
            </a:fld>
            <a:endParaRPr lang="en-IN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F095753-622E-2BA7-9495-60F9B6E57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/>
              <a:t>CNAD Project Review-2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9784944-5437-9E89-7017-F3DB9CA91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3A418F-4DEE-4BB1-940B-1145D135750E}" type="slidenum">
              <a:rPr lang="en-IN" smtClean="0"/>
              <a:t>5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3EBAEA-8DC6-8F54-F0D6-38F9643BD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04399D-42EB-45BD-D43F-A5AE14D447C0}"/>
              </a:ext>
            </a:extLst>
          </p:cNvPr>
          <p:cNvSpPr/>
          <p:nvPr/>
        </p:nvSpPr>
        <p:spPr>
          <a:xfrm>
            <a:off x="3773960" y="28819"/>
            <a:ext cx="4105120" cy="593732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28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</a:rPr>
              <a:t>Technology Architecture</a:t>
            </a:r>
            <a:endParaRPr lang="en-IN" sz="28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42454DB-2C86-69DB-84AD-43EF8EBDBC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0223744"/>
              </p:ext>
            </p:extLst>
          </p:nvPr>
        </p:nvGraphicFramePr>
        <p:xfrm>
          <a:off x="568720" y="833888"/>
          <a:ext cx="10515600" cy="3657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726285303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98465325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Layer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Technology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27836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Frontend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Web Interface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01963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Backend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Java / Spring Boot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6846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APIs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56404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Database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MySQL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30050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Containerization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Docker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549679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Orchestration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Kubernetes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2409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Local Cluster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Minikube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1258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Package Management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Helm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10136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API Testing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Postman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727943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9CE6ED7-121D-30AE-EFA3-82E260996CDF}"/>
              </a:ext>
            </a:extLst>
          </p:cNvPr>
          <p:cNvSpPr txBox="1"/>
          <p:nvPr/>
        </p:nvSpPr>
        <p:spPr>
          <a:xfrm>
            <a:off x="568720" y="4656841"/>
            <a:ext cx="10515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Deployment Environment:</a:t>
            </a:r>
          </a:p>
          <a:p>
            <a:endParaRPr lang="en-IN" dirty="0"/>
          </a:p>
          <a:p>
            <a:r>
              <a:rPr lang="en-IN" dirty="0"/>
              <a:t>Windows 11 → WSL2 Ubuntu ARM64 → Docker → </a:t>
            </a:r>
            <a:r>
              <a:rPr lang="en-IN" dirty="0" err="1"/>
              <a:t>Minikube</a:t>
            </a:r>
            <a:r>
              <a:rPr lang="en-IN" dirty="0"/>
              <a:t> → Kubernetes → Helm</a:t>
            </a:r>
          </a:p>
        </p:txBody>
      </p:sp>
    </p:spTree>
    <p:extLst>
      <p:ext uri="{BB962C8B-B14F-4D97-AF65-F5344CB8AC3E}">
        <p14:creationId xmlns:p14="http://schemas.microsoft.com/office/powerpoint/2010/main" val="3029277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4E8FF-3AA2-ADE7-164F-A5E293CD4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8D5CB9E-255F-1987-1B18-568A99C9B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51F02F-8B3D-A781-B330-812A725E8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6ED1E-D5CF-4737-9463-A65281469B97}" type="datetime1">
              <a:rPr lang="en-US" smtClean="0"/>
              <a:t>9/23/2026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BE10C7-44CE-AD69-E1B2-FA00D94CD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CNAD Project Review-2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418E1C-875A-0634-E250-82E2EC6EC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6</a:t>
            </a:fld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F7238FC-67A2-4755-AED5-A70CAF4BDFBB}"/>
              </a:ext>
            </a:extLst>
          </p:cNvPr>
          <p:cNvSpPr/>
          <p:nvPr/>
        </p:nvSpPr>
        <p:spPr>
          <a:xfrm>
            <a:off x="2682240" y="136525"/>
            <a:ext cx="6303999" cy="708443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Design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0273D5-57AA-FC24-E30B-7AE50C5CC783}"/>
              </a:ext>
            </a:extLst>
          </p:cNvPr>
          <p:cNvSpPr txBox="1"/>
          <p:nvPr/>
        </p:nvSpPr>
        <p:spPr>
          <a:xfrm>
            <a:off x="838200" y="1282045"/>
            <a:ext cx="941118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Module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Authentication Module</a:t>
            </a:r>
            <a:r>
              <a:rPr lang="en-IN" dirty="0"/>
              <a:t> – Handles user registration, login, authentication, and role-based access for Students, Faculty, and Administrators.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Student Management Module</a:t>
            </a:r>
            <a:r>
              <a:rPr lang="en-IN" dirty="0"/>
              <a:t> – Manages student profiles, personal information, and academic-related student records.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Attendance Module</a:t>
            </a:r>
            <a:r>
              <a:rPr lang="en-IN" dirty="0"/>
              <a:t> – Records and manages student attendance and provides attendance information.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Academic Module</a:t>
            </a:r>
            <a:r>
              <a:rPr lang="en-IN" dirty="0"/>
              <a:t> – Manages courses, subjects, academic records, and related academic information.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Event Module</a:t>
            </a:r>
            <a:r>
              <a:rPr lang="en-IN" dirty="0"/>
              <a:t> – Manages campus events, schedules, registrations, and event-related information.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Facility Module</a:t>
            </a:r>
            <a:r>
              <a:rPr lang="en-IN" dirty="0"/>
              <a:t> – Manages campus facilities, availability, maintenance, and facility requests.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Notification Module</a:t>
            </a:r>
            <a:r>
              <a:rPr lang="en-IN" dirty="0"/>
              <a:t> – Provides announcements, alerts, event updates, and other campus notifications.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Each module is designed as an </a:t>
            </a:r>
            <a:r>
              <a:rPr lang="en-IN" b="1" dirty="0"/>
              <a:t>independent microservice</a:t>
            </a:r>
            <a:r>
              <a:rPr lang="en-IN" dirty="0"/>
              <a:t> communicating through </a:t>
            </a:r>
            <a:r>
              <a:rPr lang="en-IN" b="1" dirty="0"/>
              <a:t>REST APIs</a:t>
            </a:r>
            <a:r>
              <a:rPr lang="en-IN" dirty="0"/>
              <a:t> and can be developed, deployed, updated, and scaled independently.</a:t>
            </a:r>
          </a:p>
        </p:txBody>
      </p:sp>
    </p:spTree>
    <p:extLst>
      <p:ext uri="{BB962C8B-B14F-4D97-AF65-F5344CB8AC3E}">
        <p14:creationId xmlns:p14="http://schemas.microsoft.com/office/powerpoint/2010/main" val="15509488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34162-5EA6-CEEA-44B1-F9FA0459D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FA3FB0-93E7-A424-09E5-D9DF5B20FE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CA0E03-C44E-267E-4E32-E57EB4611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6ED1E-D5CF-4737-9463-A65281469B97}" type="datetime1">
              <a:rPr lang="en-US" smtClean="0"/>
              <a:t>9/23/2026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BCAE69-939B-EB2B-5D47-5BDAE6A391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CNAD Project Review-2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15A9B0-798D-B46A-7375-ED02DE843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7</a:t>
            </a:fld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AC9400B-B160-BB18-9EFB-DEB5D80122D1}"/>
              </a:ext>
            </a:extLst>
          </p:cNvPr>
          <p:cNvSpPr/>
          <p:nvPr/>
        </p:nvSpPr>
        <p:spPr>
          <a:xfrm>
            <a:off x="2682240" y="136525"/>
            <a:ext cx="6303999" cy="708443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Integration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CF6B277-CAA5-FEE9-5151-8515C4F9CCDE}"/>
              </a:ext>
            </a:extLst>
          </p:cNvPr>
          <p:cNvSpPr txBox="1"/>
          <p:nvPr/>
        </p:nvSpPr>
        <p:spPr>
          <a:xfrm>
            <a:off x="838200" y="1282045"/>
            <a:ext cx="941118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Module Integration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Frontend</a:t>
            </a:r>
            <a:r>
              <a:rPr lang="en-IN" dirty="0"/>
              <a:t> interacts with backend services through </a:t>
            </a:r>
            <a:r>
              <a:rPr lang="en-IN" b="1" dirty="0"/>
              <a:t>REST APIs</a:t>
            </a:r>
            <a:r>
              <a:rPr lang="en-IN" dirty="0"/>
              <a:t> via the API Gateway.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Authentication Service</a:t>
            </a:r>
            <a:r>
              <a:rPr lang="en-IN" dirty="0"/>
              <a:t> verifies user credentials and role before allowing access to campus services.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Student and Attendance Services</a:t>
            </a:r>
            <a:r>
              <a:rPr lang="en-IN" dirty="0"/>
              <a:t> manage student information and attendance-related requests.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Academic, Event, and Facility Services</a:t>
            </a:r>
            <a:r>
              <a:rPr lang="en-IN" dirty="0"/>
              <a:t> process their respective campus-related requests.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Notification Service</a:t>
            </a:r>
            <a:r>
              <a:rPr lang="en-IN" dirty="0"/>
              <a:t> provides announcements, alerts, and updates to users.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/>
              <a:t>API Gateway</a:t>
            </a:r>
            <a:r>
              <a:rPr lang="en-IN" dirty="0"/>
              <a:t> manages and routes requests between the frontend and the appropriate microservices.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Independent microservices are integrated to provide a </a:t>
            </a:r>
            <a:r>
              <a:rPr lang="en-IN" b="1" dirty="0"/>
              <a:t>complete end-to-end smart campus management workflow</a:t>
            </a:r>
            <a:r>
              <a:rPr lang="en-IN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514060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0256F-163A-B109-121C-3803C3B29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4988932-5BA0-8B32-37D6-DBBB2C2B6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9380" y="0"/>
            <a:ext cx="1942620" cy="62255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DF2787-FB74-A559-D1C5-86D363D18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F6ED1E-D5CF-4737-9463-A65281469B97}" type="datetime1">
              <a:rPr lang="en-US" smtClean="0"/>
              <a:t>9/23/2026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6A13CA-79B7-CC72-ECE3-21AB48E1D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CNAD Project Review-2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235590-83D5-508A-9216-07CA759F6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9234F-78F1-4984-9C4D-D4C7AB587871}" type="slidenum">
              <a:rPr lang="en-US" smtClean="0"/>
              <a:t>8</a:t>
            </a:fld>
            <a:endParaRPr lang="en-US"/>
          </a:p>
        </p:txBody>
      </p:sp>
      <p:pic>
        <p:nvPicPr>
          <p:cNvPr id="8" name="Picture 7" descr="The image depicts a visual representation of a Smart Campus Management Platform built using cloud-native microservices, showcasing various modules such as Authentication, Student Management, Event Handling, Notification, and Facility Management, which collaborate to handle user profiles, academic information, facility schedules, and notifications.&#10;&#10;AI-generated content may be incorrect.">
            <a:extLst>
              <a:ext uri="{FF2B5EF4-FFF2-40B4-BE49-F238E27FC236}">
                <a16:creationId xmlns:a16="http://schemas.microsoft.com/office/drawing/2014/main" id="{25681CD0-824C-4BEA-820C-B8262DA43B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318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640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</TotalTime>
  <Words>563</Words>
  <Application>Microsoft Office PowerPoint</Application>
  <PresentationFormat>Widescreen</PresentationFormat>
  <Paragraphs>113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Calibri Light</vt:lpstr>
      <vt:lpstr>Times New Roman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srikanth ch</dc:creator>
  <cp:lastModifiedBy>Srijan Bojja</cp:lastModifiedBy>
  <cp:revision>36</cp:revision>
  <dcterms:created xsi:type="dcterms:W3CDTF">2026-08-08T06:33:56Z</dcterms:created>
  <dcterms:modified xsi:type="dcterms:W3CDTF">2026-09-23T04:10:24Z</dcterms:modified>
</cp:coreProperties>
</file>